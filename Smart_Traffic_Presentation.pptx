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Smart Traffic Junction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Calibri"/>
              </a:defRPr>
            </a:pPr>
            <a:r>
              <a:t>Fog &amp; Edge Computing for Smart City Traffic Monitoring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NCI College  · 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Sensors  →  Fog Nodes  →  AWS Cloud  →  React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This Project?  —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🏙️  Smart cities generate massive IoT sensor data (thousands of events/sec per junction)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☁️  Sending ALL raw data to the cloud is expensive, slow, and wastes bandwidth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⏱️  Cloud-only architectures add 100–500 ms latency — too slow for traffic safety alerts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📡  Internet connectivity at junctions is unreliable (cellular, VPN outages)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🔒  Raw sensor streams expose unnecessary data to the cloud (privacy/security risk)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📊  Cities need real-time alerts (speeding, congestion, incidents) — not delayed batch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Solution  —  Fog Computing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Process data AT THE EDGE (fog node) — near the sensors, not in the cloud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Aggregate 100+ raw events into 1 summary every 10 seconds → 80–99% bandwidth reduction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Detect speeding, congestion &amp; incidents in &lt; 1 second (real-time at fog layer)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Store-and-forward: if cloud is unreachable, spool data to disk and replay on recovery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Only send pre-processed intelligence to the cloud — not raw data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Calibri"/>
              </a:defRPr>
            </a:pPr>
            <a:r>
              <a:t>✅  Cloud handles long-term storage, KPI computation, and dashboard API — not raw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Research Literature &amp;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Key Research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1. Bonomi et al. (2012) — "Fog Computing and Its Role in the IoT"</a:t>
            </a:r>
            <a:br/>
            <a:r>
              <a:t>    Cisco white paper defining 3-tier architecture: Edge → Fog → Cloud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2. Shi &amp; Dustdar (2016) — "The Promise of Edge Computing"</a:t>
            </a:r>
            <a:br/>
            <a:r>
              <a:t>    IEEE Computer — latency reduction via edge processing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3. Yi, Li &amp; Li (2015) — "A Survey of Fog Computing"</a:t>
            </a:r>
            <a:br/>
            <a:r>
              <a:t>    ACM — challenges: data locality, bandwidth, real-time processing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4. Dastjerdi &amp; Buyya (2016) — "Fog Computing: Helping the IoT Realize Its Potential"</a:t>
            </a:r>
            <a:br/>
            <a:r>
              <a:t>    IEEE Computer — fog QoS guarantees &amp; latency-sensitive apps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5. Yousefpour et al. (2019) — "All One Needs to Know about Fog Computing"</a:t>
            </a:r>
            <a:br/>
            <a:r>
              <a:t>    Springer — comprehensive survey of fog architectures &amp; resilience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Concepts Applied from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3-Tier IoT Architecture (Edge → Fog → Cloud)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Data locality — process near the source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Bandwidth reduction via edge aggregation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Low-latency event detection at fog layer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Store-and-forward for offline resilience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Idempotent message delivery (exactly-once)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Exponential backoff &amp; retry patterns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Horizontal scalability (stateless fog nodes)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Event-driven serverless cloud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Challenges Overcome by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Traditional Cloud-Only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High latency (200-500 ms round-trip to cloud)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Massive bandwidth cost (all raw data uploaded)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Single point of failure (no local processing)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Data loss during network outages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Duplicate records on message retries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Cloud overwhelmed by sensor bursts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✗  No real-time alerting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Our Fog-Based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&lt; 5 ms fog-layer processing (1000x faster)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80–99% bandwidth reduction via aggregation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Fog node processes locally even if cloud is down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Store-and-forward spool → zero data loss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End-to-end idempotency (dedup + conditional writes)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SQS absorbs bursts; Lambda auto-scales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✓  Real-time alerts in &lt; 1 second at fog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Sensor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3.11</a:t>
            </a:r>
            <a:br/>
            <a:r>
              <a:t>PyYAML · Requests · 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Simulates 5 IoT sensor types</a:t>
            </a:r>
            <a:br/>
            <a:r>
              <a:t>across 2 traffic junctions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Fog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3.11 · FastAPI</a:t>
            </a:r>
            <a:br/>
            <a:r>
              <a:t>Uvicorn · Boto3 · 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Edge analytics, event detection</a:t>
            </a:r>
            <a:br/>
            <a:r>
              <a:t>SQS dispatch, spool resilience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Cloud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LocalStack (SQS, DynamoDB)</a:t>
            </a:r>
            <a:br/>
            <a:r>
              <a:t>Terraform · AWS Lambda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Message queuing, serverless</a:t>
            </a:r>
            <a:br/>
            <a:r>
              <a:t>compute, NoSQL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2336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18 · Recharts</a:t>
            </a:r>
            <a:br/>
            <a:r>
              <a:t>JavaScript · CSS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Live charts, event feed</a:t>
            </a:r>
            <a:br/>
            <a:r>
              <a:t>KPI display, 5-sec polling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 · Docker Compose</a:t>
            </a:r>
            <a:br/>
            <a:r>
              <a:t>GitHub Actions · Pytest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Containerization, CI/CD</a:t>
            </a:r>
            <a:br/>
            <a:r>
              <a:t>23 automated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SENSOR SIMULATOR (Python)                                     │</a:t>
            </a:r>
            <a:br/>
            <a:r>
              <a:t>│   5 sensor types × 2 junctions   (10 events/sec)               │</a:t>
            </a:r>
            <a:br/>
            <a:r>
              <a:t>│   vehicle_count · speed · rain · light · pollution              │</a:t>
            </a:r>
            <a:br/>
            <a:r>
              <a:t>└──────────┬───────────────────────────────┬──────────────────────┘</a:t>
            </a:r>
            <a:br/>
            <a:r>
              <a:t>           │  HTTP POST /ingest            │  HTTP POST /ingest    </a:t>
            </a:r>
            <a:br/>
            <a:r>
              <a:t>           ▼                               ▼                      </a:t>
            </a:r>
            <a:br/>
            <a:r>
              <a:t>  ┌─────────────────┐            ┌─────────────────┐             </a:t>
            </a:r>
            <a:br/>
            <a:r>
              <a:t>  │  FOG NODE A      │            │  FOG NODE B      │             </a:t>
            </a:r>
            <a:br/>
            <a:r>
              <a:t>  │  Port 8001       │            │  Port 8002       │             </a:t>
            </a:r>
            <a:br/>
            <a:r>
              <a:t>  │  Validate →      │            │  Validate →      │             </a:t>
            </a:r>
            <a:br/>
            <a:r>
              <a:t>  │  Dedup → Agg →   │            │  Dedup → Agg →   │             </a:t>
            </a:r>
            <a:br/>
            <a:r>
              <a:t>  │  Detect → SQS    │            │  Detect → SQS    │             </a:t>
            </a:r>
            <a:br/>
            <a:r>
              <a:t>  └────────┬─────────┘            └────────┬─────────┘             </a:t>
            </a:r>
            <a:br/>
            <a:r>
              <a:t>           └──────────────┬────────────────┘                      </a:t>
            </a:r>
            <a:br/>
            <a:r>
              <a:t>                          ▼                                        </a:t>
            </a:r>
            <a:br/>
            <a:r>
              <a:t>              ┌──────────────────────┐                             </a:t>
            </a:r>
            <a:br/>
            <a:r>
              <a:t>              │  LOCALSTACK (4566)   │                             </a:t>
            </a:r>
            <a:br/>
            <a:r>
              <a:t>              │  SQS FIFO Queues     │                             </a:t>
            </a:r>
            <a:br/>
            <a:r>
              <a:t>              │  DynamoDB (3 tables) │                             </a:t>
            </a:r>
            <a:br/>
            <a:r>
              <a:t>              └──────────┬───────────┘                             </a:t>
            </a:r>
            <a:br/>
            <a:r>
              <a:t>                         ▼                                         </a:t>
            </a:r>
            <a:br/>
            <a:r>
              <a:t>              ┌──────────────────────┐                             </a:t>
            </a:r>
            <a:br/>
            <a:r>
              <a:t>              │  CLOUD CONSUMER      │                             </a:t>
            </a:r>
            <a:br/>
            <a:r>
              <a:t>              │  Port 5000           │                             </a:t>
            </a:r>
            <a:br/>
            <a:r>
              <a:t>              │  SQS → DynamoDB      │                             </a:t>
            </a:r>
            <a:br/>
            <a:r>
              <a:t>              │  KPI Computation     │                             </a:t>
            </a:r>
            <a:br/>
            <a:r>
              <a:t>              │  REST API            │                             </a:t>
            </a:r>
            <a:br/>
            <a:r>
              <a:t>              └──────────┬───────────┘                             </a:t>
            </a:r>
            <a:br/>
            <a:r>
              <a:t>                         ▼                                         </a:t>
            </a:r>
            <a:br/>
            <a:r>
              <a:t>              ┌──────────────────────┐                             </a:t>
            </a:r>
            <a:br/>
            <a:r>
              <a:t>              │  REACT DASHBOARD     │                             </a:t>
            </a:r>
            <a:br/>
            <a:r>
              <a:t>              │  Port 3000           │                             </a:t>
            </a:r>
            <a:br/>
            <a:r>
              <a:t>              │  Live Charts + KPIs  │                             </a:t>
            </a:r>
            <a:br/>
            <a:r>
              <a:t>              └──────────────────────┘                             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Step-by-Step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① Sensor Simulator generates events (vehicle count, speed, rain, light, pollution)</a:t>
            </a:r>
            <a:br/>
            <a:r>
              <a:t>      using sinusoidal patterns + rush-hour multipliers + random incidents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② Events sent via HTTP POST to Fog Nodes (/ingest endpoint)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③ Fog Node validates (range checks), deduplicates (10-sec TTL cache), buffers events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④ Every 10 seconds → rolling aggregation: total vehicles, avg speed,</a:t>
            </a:r>
            <a:br/>
            <a:r>
              <a:t>      congestion index, rain/light/pollution averages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⑤ Real-time event detection:</a:t>
            </a:r>
            <a:br/>
            <a:r>
              <a:t>      • Speeding: speed &gt; 80 km/h → MEDIUM alert</a:t>
            </a:r>
            <a:br/>
            <a:r>
              <a:t>      • Congestion: index &gt; 2.0 → HIGH alert</a:t>
            </a:r>
            <a:br/>
            <a:r>
              <a:t>      • Incident: speed drops &gt; 40% in 10s → HIGH alert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⑥ Aggregates + alerts dispatched to SQS FIFO queues (with retry &amp; backoff)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⑦ Cloud Consumer polls SQS → writes to 3 DynamoDB tables → computes safety KPIs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⑧ React Dashboard polls Fog Nodes + Cloud API every 5 sec → renders live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 IoT Sensor Types Simulated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14300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🚗 Vehicle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0–500 vehicles/min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630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Sinusoidal + 3.5× rush hour (7-9 AM, 5-7 PM)</a:t>
            </a:r>
            <a:br/>
            <a:r>
              <a:t>Random incident waves (+150% backlog)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68880"/>
            <a:ext cx="114300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🏎️ Vehicle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0–160 km/h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688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Gaussian (μ=50, σ=15) + rush hour degradation</a:t>
            </a:r>
            <a:br/>
            <a:r>
              <a:t>Sudden drops during incidents (-40%)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474720"/>
            <a:ext cx="114300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🌧️ Rain Intensity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none / light / heavy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4747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Weighted random: 70% none, 20% light, 10% heavy</a:t>
            </a:r>
            <a:br/>
            <a:r>
              <a:t>Affects congestion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80560"/>
            <a:ext cx="114300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💡 Ambient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100–50,000 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4805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Circadian cycle: day (6 AM–6 PM) / night</a:t>
            </a:r>
            <a:br/>
            <a:r>
              <a:t>±10% Gaussian noise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86400"/>
            <a:ext cx="114300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🏭 Air Pollution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5–200 µg/m³ (PM2.5)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4864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Correlated with traffic volume</a:t>
            </a:r>
            <a:br/>
            <a:r>
              <a:t>+50% during congestion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Fog Node  —  Edge Computing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Core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Event Ingestion (POST /ingest) at 10 Hz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Bounds Validation (speed 0-160, count 0-500)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Deduplication via in-memory cache (10s TTL)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10-second Rolling Window Aggregation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Congestion Index = count / max(speed, 1.0)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3 Alert Detection Algorithms (real-time)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SQS Dispatch with 3-retry Exponential Backoff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Store-and-Forward Spool (JSONL on disk)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Key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Processing latency: &lt; 5 ms per event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Bandwidth reduction: 80–99%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100 raw events → 1 aggregate per 10s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Zero data loss during cloud outages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Spool capacity: 100K messages (~50 MB)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Backoff: 0.5s → 1s → 2s with jitter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Supports 1,000+ events/sec throughput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▸ CPU &lt; 40% at 500 events/sec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Cloud Layer  —  AWS Services (via LocalStack)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8BDF8"/>
                </a:solidFill>
                <a:latin typeface="Calibri"/>
              </a:defRPr>
            </a:pPr>
            <a:r>
              <a:t>SQS FIFO Queues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aggregates-queue.fifo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events-queue.fifo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Content-based deduplication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Dead Letter Queues (DLQ)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4-day message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2C55E"/>
                </a:solidFill>
                <a:latin typeface="Calibri"/>
              </a:defRPr>
            </a:pPr>
            <a:r>
              <a:t>DynamoDB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smart-traffic-aggregates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smart-traffic-events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smart-traffic-kpis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Conditional writes (idempotent)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Time-series PK/SK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9E0B"/>
                </a:solidFill>
                <a:latin typeface="Calibri"/>
              </a:defRPr>
            </a:pPr>
            <a:r>
              <a:t>REST API +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GET /api/aggregates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GET /api/events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GET /api/kpis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GET /api/summary (1 call)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Safety Score computation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Resilience &amp; Reliability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🔄  Exponential Backoff — 3 retries (0.5s, 1s, 2s) with random jitter before shunting to spool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💾  Store-and-Forward — JSONL disk spool; 100 files × 1000 lines = 100K message buffer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🔁  Auto-Flush — On next healthy aggregation cycle, spooled messages are replayed to SQS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🔑  End-to-End Idempotency:</a:t>
            </a:r>
            <a:br/>
            <a:r>
              <a:t>        Fog: eventId dedup cache (10s TTL)</a:t>
            </a:r>
            <a:br/>
            <a:r>
              <a:t>        SQS: Content-based deduplication (FIFO, 5-min window)</a:t>
            </a:r>
            <a:br/>
            <a:r>
              <a:t>        DynamoDB: Conditional writes (attribute_not_exists) → exactly-once semantics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💀  Dead Letter Queue — Failed messages after 3 Lambda retries → DLQ for investigation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📊  Observability — /status endpoint, FogMetrics with CSV export, CloudWatch (6 widgets + 8 alarms)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🧪  23 Automated Tests — Unit, integration, spool, retry, outage recovery, burst load (15K events)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Running Services (Docker Compose)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LocalStack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:4566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AWS emulation</a:t>
            </a:r>
            <a:br/>
            <a:r>
              <a:t>SQS + DynamoDB + 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Fog Node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:8001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Junction-A analytics</a:t>
            </a:r>
            <a:br/>
            <a:r>
              <a:t>Validation → Aggregation → SQS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Fog Node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:8002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468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Junction-B analytics</a:t>
            </a:r>
            <a:br/>
            <a:r>
              <a:t>Validation → Aggregation → SQS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2336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Sensor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Generates 10 events/sec</a:t>
            </a:r>
            <a:br/>
            <a:r>
              <a:t>5 types × 2 junctions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Cloud Consumer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:5000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Polls SQS → DynamoDB</a:t>
            </a:r>
            <a:br/>
            <a:r>
              <a:t>KPI computation + REST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React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 :3000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Live charts + event feed</a:t>
            </a:r>
            <a:br/>
            <a:r>
              <a:t>Safety score KPIs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35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Consolas"/>
              </a:defRPr>
            </a:pPr>
            <a:r>
              <a:t>Start command:   docker-compose up --build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Performance &amp; Load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events/sec</a:t>
            </a:r>
            <a:br/>
            <a:r>
              <a:t>Ingestion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  <a:latin typeface="Calibri"/>
              </a:defRPr>
            </a:pPr>
            <a:r>
              <a:t>80–99%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43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Bandwidth</a:t>
            </a:r>
            <a:br/>
            <a:r>
              <a:t>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&lt; 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43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Fog Processing</a:t>
            </a:r>
            <a:br/>
            <a:r>
              <a:t>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855F7"/>
                </a:solidFill>
                <a:latin typeface="Calibri"/>
              </a:defRPr>
            </a:pPr>
            <a:r>
              <a:t>15,000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Events in Load</a:t>
            </a:r>
            <a:br/>
            <a:r>
              <a:t>Test (30 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02336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120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Data Loss During</a:t>
            </a:r>
            <a:br/>
            <a:r>
              <a:t>Cloud Outage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5661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206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120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Automated</a:t>
            </a:r>
            <a:br/>
            <a:r>
              <a:t>Tests Passing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Unit Tests 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Congestion index computation</a:t>
            </a:r>
            <a:br/>
            <a:r>
              <a:t>Zero-speed edge case</a:t>
            </a:r>
            <a:br/>
            <a:r>
              <a:t>Speeding detection threshold</a:t>
            </a:r>
            <a:br/>
            <a:r>
              <a:t>Congestion alert generation</a:t>
            </a:r>
            <a:br/>
            <a:r>
              <a:t>Incident detection (speed drop)</a:t>
            </a:r>
            <a:br/>
            <a:r>
              <a:t>Metrics count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7432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Integration Tests (3+)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Deduplication across events</a:t>
            </a:r>
            <a:br/>
            <a:r>
              <a:t>Rolling window buffer integrity</a:t>
            </a:r>
            <a:br/>
            <a:r>
              <a:t>Multi-junction independence</a:t>
            </a:r>
            <a:br/>
            <a:r>
              <a:t>Outage→recovery lifecycle</a:t>
            </a:r>
            <a:br/>
            <a:r>
              <a:t>Metrics counter integrity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7432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Resilience Tests 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Spool enqueue &amp; rotation</a:t>
            </a:r>
            <a:br/>
            <a:r>
              <a:t>Max-files circuit breaker</a:t>
            </a:r>
            <a:br/>
            <a:r>
              <a:t>Flush success &amp; failure</a:t>
            </a:r>
            <a:br/>
            <a:r>
              <a:t>Retry after SQS failure</a:t>
            </a:r>
            <a:br/>
            <a:r>
              <a:t>All-retries-fail → spool</a:t>
            </a:r>
            <a:br/>
            <a:r>
              <a:t>Backoff timing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63040"/>
            <a:ext cx="27432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Load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031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500 events/sec × 30 seconds</a:t>
            </a:r>
            <a:br/>
            <a:r>
              <a:t>= 15,000 total events</a:t>
            </a:r>
            <a:br/>
            <a:r>
              <a:t>Bandwidth reduction verified</a:t>
            </a:r>
            <a:br/>
            <a:r>
              <a:t>No data loss confirmed</a:t>
            </a:r>
            <a:br/>
            <a:r>
              <a:t>CSV + JSON evidence artifacts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Demo  —  Key URLs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charts, event feed,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76272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219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Fog Node A —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219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http://localhost:8001/health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219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Health check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889504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35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Fog Node A —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http://localhost:8001/status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352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fog metrics &amp; counters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02736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Fog Node A —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48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http://localhost:8001/metrics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484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Buffered events &amp; dedup 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315968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61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Fog Node B —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http://localhost:8002/health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361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Junction-B health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29200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Cloud API —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http://localhost:5000/api/health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 consumer health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742431"/>
            <a:ext cx="11430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8815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Cloud API —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78815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http://localhost:5000/api/summary?junctionId=Junction-A&amp;minutes=10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7881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Aggregated 10-min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Demonstrated the Fog Computing paradigm with a practical Smart City traffic use case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3-tier architecture (Edge → Fog → Cloud) significantly reduces bandwidth and latency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Fog node processes data locally — enables real-time alerts even during cloud outages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Store-and-forward pattern ensures zero data loss — critical for traffic safety systems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End-to-end idempotency (dedup cache → SQS FIFO → conditional DynamoDB writes)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Fully containerised with Docker Compose — single command to run entire platform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Infrastructure as Code (Terraform) for reproducible AWS deployments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23 automated tests covering unit, integration, resilience, and burst load scenarios</a:t>
            </a:r>
          </a:p>
          <a:p>
            <a:pPr>
              <a:spcAft>
                <a:spcPts val="4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✅  80–99% bandwidth reduction validated through load testing (15,000 events in 30 sec)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8BDF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Smart Traffic Junction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Fog &amp; Edge Computing  ·  NCI College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